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34D399"/>
                </a:solidFill>
              </a:defRPr>
            </a:pPr>
            <a:r>
              <a:t>BSIDE</a:t>
            </a:r>
          </a:p>
          <a:p>
            <a:pPr>
              <a:spcBef>
                <a:spcPts val="1000"/>
              </a:spcBef>
              <a:defRPr sz="2600">
                <a:solidFill>
                  <a:srgbClr val="F9FAFB"/>
                </a:solidFill>
              </a:defRPr>
            </a:pPr>
            <a:r>
              <a:t>Connect with who's beside you.</a:t>
            </a:r>
          </a:p>
          <a:p>
            <a:pPr>
              <a:spcBef>
                <a:spcPts val="1500"/>
              </a:spcBef>
              <a:defRPr sz="1600">
                <a:solidFill>
                  <a:srgbClr val="38BDF8"/>
                </a:solidFill>
              </a:defRPr>
            </a:pPr>
            <a:r>
              <a:t>행사장에서 닿을 수 있는 거리에 있는 사람과 이어지는 상보성(相補性) AI 네트워킹</a:t>
            </a:r>
          </a:p>
          <a:p>
            <a:pPr>
              <a:spcBef>
                <a:spcPts val="3000"/>
              </a:spcBef>
              <a:defRPr sz="1300">
                <a:solidFill>
                  <a:srgbClr val="9CA3AF"/>
                </a:solidFill>
              </a:defRPr>
            </a:pPr>
            <a:r>
              <a:t>코쓱톤 2026 연합 해커톤 · 주제: 교류 · 국민대 · 숭실대 · 순천향대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01.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</a:defRPr>
            </a:pPr>
            <a:r>
              <a:t>네트워킹 시간 30분, 왜 아무도 말을 걸지 못할까요?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용기가 없어서가 아니라 '누구에게 왜 걸어야 할지' 모르기 때문입니다.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7171"/>
                </a:solidFill>
              </a:defRPr>
            </a:pPr>
            <a:r>
              <a:t>혼자 온 참가자의 현실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9FAFB"/>
                </a:solidFill>
              </a:defRPr>
            </a:pPr>
            <a:r>
              <a:t>• 30분의 네트워킹 시간: 이미 아는 사람끼리 뭉침</a:t>
            </a:r>
          </a:p>
          <a:p>
            <a:pPr>
              <a:spcAft>
                <a:spcPts val="1400"/>
              </a:spcAft>
              <a:defRPr sz="1300">
                <a:solidFill>
                  <a:srgbClr val="F9FAFB"/>
                </a:solidFill>
              </a:defRPr>
            </a:pPr>
            <a:r>
              <a:t>• 혼자 온 사람은 음료 테이블 옆에서 폰만 봄</a:t>
            </a:r>
          </a:p>
          <a:p>
            <a:pPr>
              <a:spcAft>
                <a:spcPts val="1400"/>
              </a:spcAft>
              <a:defRPr sz="1300">
                <a:solidFill>
                  <a:srgbClr val="F9FAFB"/>
                </a:solidFill>
              </a:defRPr>
            </a:pPr>
            <a:r>
              <a:t>• 말을 걸고 싶어도 상대가 뭘 하는 사람인지 모름</a:t>
            </a:r>
          </a:p>
          <a:p>
            <a:pPr>
              <a:spcAft>
                <a:spcPts val="1400"/>
              </a:spcAft>
              <a:defRPr sz="1300">
                <a:solidFill>
                  <a:srgbClr val="F9FAFB"/>
                </a:solidFill>
              </a:defRPr>
            </a:pPr>
            <a:r>
              <a:t>• 공통 관심사 찾으려다 어색한 침묵만 흐름</a:t>
            </a:r>
          </a:p>
          <a:p>
            <a:pPr>
              <a:spcAft>
                <a:spcPts val="1400"/>
              </a:spcAft>
              <a:defRPr sz="1300">
                <a:solidFill>
                  <a:srgbClr val="F9FAFB"/>
                </a:solidFill>
              </a:defRPr>
            </a:pPr>
            <a:r>
              <a:t>• 명함 몇 장 교환하고 실질적 교류 없이 행사 종료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주최자 및 기존 솔루션의 한계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9FAFB"/>
                </a:solidFill>
              </a:defRPr>
            </a:pPr>
            <a:r>
              <a:t>• 주최자의 15%만 자사 네트워킹이 효과적이라 응답 (Converve 조사)</a:t>
            </a:r>
          </a:p>
          <a:p>
            <a:pPr>
              <a:spcAft>
                <a:spcPts val="1400"/>
              </a:spcAft>
              <a:defRPr sz="1300">
                <a:solidFill>
                  <a:srgbClr val="F9FAFB"/>
                </a:solidFill>
              </a:defRPr>
            </a:pPr>
            <a:r>
              <a:t>• 전용 앱(Brella 등)을 깔게 해도 채택률 58%, 수락률 39%</a:t>
            </a:r>
          </a:p>
          <a:p>
            <a:pPr>
              <a:spcAft>
                <a:spcPts val="1400"/>
              </a:spcAft>
              <a:defRPr sz="1300">
                <a:solidFill>
                  <a:srgbClr val="F9FAFB"/>
                </a:solidFill>
              </a:defRPr>
            </a:pPr>
            <a:r>
              <a:t>• 앱스토어 설치 + 긴 프로필 작성의 높은 진입장벽</a:t>
            </a:r>
          </a:p>
          <a:p>
            <a:pPr>
              <a:spcAft>
                <a:spcPts val="1400"/>
              </a:spcAft>
              <a:defRPr sz="1300">
                <a:solidFill>
                  <a:srgbClr val="F9FAFB"/>
                </a:solidFill>
              </a:defRPr>
            </a:pPr>
            <a:r>
              <a:t>• '사전 예약형' 매칭은 현장의 즉흥적 교류를 지원 못함</a:t>
            </a:r>
          </a:p>
          <a:p>
            <a:pPr>
              <a:spcAft>
                <a:spcPts val="1400"/>
              </a:spcAft>
              <a:defRPr sz="1300">
                <a:solidFill>
                  <a:srgbClr val="F9FAFB"/>
                </a:solidFill>
              </a:defRPr>
            </a:pPr>
            <a:r>
              <a:t>• 핵심 결론: 돈 내고 앱 깔게 해도 절반 이상이 안 쓴다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02.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</a:defRPr>
            </a:pPr>
            <a:r>
              <a:t>Bside: 설치 없이 3초 입장, 현실에서 만나는 상보성 교류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30초 한 줄 상태 표시 → AI 상보성 매칭 → BLE 직접 대화 → 현실 만남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1. QR로 3초 입장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9FAFB"/>
                </a:solidFill>
              </a:defRPr>
            </a:pPr>
            <a:r>
              <a:t>앱 설치 불필요. 현장 QR 찍으면 웹 브라우저에서 즉시 실행.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1945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2. 30초 한 줄 등록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74320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9FAFB"/>
                </a:solidFill>
              </a:defRPr>
            </a:pPr>
            <a:r>
              <a:t>닉네임 + 소속 + 상태 4종 + '한 줄'을 올려야만 방이 열림(입장료).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945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78BFA"/>
                </a:solidFill>
              </a:defRPr>
            </a:pPr>
            <a:r>
              <a:t>3. AI 상보성 매칭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74320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9FAFB"/>
                </a:solidFill>
              </a:defRPr>
            </a:pPr>
            <a:r>
              <a:t>겹치는 단어 0개라도 '부족한 자'와 '해본 자'를 AI가 정밀 매칭.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21945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4. BLE 직접 연결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74320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9FAFB"/>
                </a:solidFill>
              </a:defRPr>
            </a:pPr>
            <a:r>
              <a:t>서버 없이 기기 간 P2P로 소통. '창가 쪽 손 들게요' 현실 만남.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03. CORE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</a:defRPr>
            </a:pPr>
            <a:r>
              <a:t>왜 AI인가: 유사도가 아니라 상보성(相補性)을 찾는다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공통 키워드 매칭은 둘 다 모르는 사람을 잇지만, Bside는 서로를 채워주는 사람을 잇습니다.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017520"/>
                <a:gridCol w="3017520"/>
                <a:gridCol w="301752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지원 (LOOKING_FOR)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태현 (FIRST_TIME)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민서 (CAN_SHARE)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9FAFB"/>
                          </a:solidFill>
                        </a:defRPr>
                      </a:pPr>
                      <a:r>
                        <a:t>작성한 한 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9FAFB"/>
                          </a:solidFill>
                        </a:defRPr>
                      </a:pPr>
                      <a:r>
                        <a:t>배포·CI 경험 있으신 분 찾아요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9FAFB"/>
                          </a:solidFill>
                        </a:defRPr>
                      </a:pPr>
                      <a:r>
                        <a:t>배포가 처음이라 막막해요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9FAFB"/>
                          </a:solidFill>
                        </a:defRPr>
                      </a:pPr>
                      <a:r>
                        <a:t>작년에 도커로 CI 구축해봤어요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9FAFB"/>
                          </a:solidFill>
                        </a:defRPr>
                      </a:pPr>
                      <a:r>
                        <a:t>공통 단어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9FAFB"/>
                          </a:solidFill>
                        </a:defRPr>
                      </a:pPr>
                      <a:r>
                        <a:t>기준 (배포, CI)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9FAFB"/>
                          </a:solidFill>
                        </a:defRPr>
                      </a:pPr>
                      <a:r>
                        <a:t>배포 (1개 일치)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9FAFB"/>
                          </a:solidFill>
                        </a:defRPr>
                      </a:pPr>
                      <a:r>
                        <a:t>0개 (완전 불일치)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9FAFB"/>
                          </a:solidFill>
                        </a:defRPr>
                      </a:pPr>
                      <a:r>
                        <a:t>기존 키워드 매칭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9FAF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9FAFB"/>
                          </a:solidFill>
                        </a:defRPr>
                      </a:pPr>
                      <a:r>
                        <a:t>지원 ↔ 태현 매칭 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9FAFB"/>
                          </a:solidFill>
                        </a:defRPr>
                      </a:pPr>
                      <a:r>
                        <a:t>지원 ↔ 민서 탈락 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297680"/>
            <a:ext cx="52120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4805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7171"/>
                </a:solidFill>
              </a:defRPr>
            </a:pPr>
            <a:r>
              <a:t>기존 유사도 매칭의 치명적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4846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9FAFB"/>
                </a:solidFill>
              </a:defRPr>
            </a:pPr>
            <a:r>
              <a:t>• '배포'라는 단어가 겹친다고 지원과 태현을 묶음</a:t>
            </a:r>
            <a:br/>
            <a:r>
              <a:t>• 결과: 둘 다 배포를 몰라 만나서 한숨만 쉼 ❌</a:t>
            </a:r>
            <a:br/>
            <a:r>
              <a:t>• 단순 단어 임베딩/검색은 '상보적 결핍'을 해석 못함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97680"/>
            <a:ext cx="52120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44805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Bside LLM 상보성 매칭 (ASYMMETRIC_HELP)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846320"/>
            <a:ext cx="4846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9FAFB"/>
                </a:solidFill>
              </a:defRPr>
            </a:pPr>
            <a:r>
              <a:t>• 겹치는 단어 0개: '오류로 막힘' ↔ '작년에 구축해봄'</a:t>
            </a:r>
            <a:br/>
            <a:r>
              <a:t>• LLM이 의미적 해결 관계를 추론해 완벽한 매칭 성사 ✅</a:t>
            </a:r>
            <a:br/>
            <a:r>
              <a:t>• 추천 첫마디까지 자동 생성: '혹시 CI 해보셨다고 들었는데...'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04. SERVICE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</a:defRPr>
            </a:pPr>
            <a:r>
              <a:t>80초 시연 워크플로우: 방 입장부터 만남까지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실제 동작 중인 React + FastAPI 서비스 화면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2120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1. 한 화면 입장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846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9FAFB"/>
                </a:solidFill>
              </a:defRPr>
            </a:pPr>
            <a:r>
              <a:t>인원수와 색 띠는 보이되 남의 한 줄은 블러 처리. '올려야 열린다'는 참여 규칙.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1945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2. 46명 군중 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4846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9FAFB"/>
                </a:solidFill>
              </a:defRPr>
            </a:pPr>
            <a:r>
              <a:t>입장 즉시 시간순 정렬된 46명 목록 오픈. 카드 밑 5분 만료 실선 라이브 동작.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2120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891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3. 1.5초 접점 시트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4846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9FAFB"/>
                </a:solidFill>
              </a:defRPr>
            </a:pPr>
            <a:r>
              <a:t>AI가 '민서'님과의 상보성을 감지해 팝업 오픈. 왜 이어드렸나 도표 + 추천 첫마디.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06240"/>
            <a:ext cx="52120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3891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4. BLE 직접 채팅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937760"/>
            <a:ext cx="4846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9FAFB"/>
                </a:solidFill>
              </a:defRPr>
            </a:pPr>
            <a:r>
              <a:t>서버를 거치지 않는 기기 간 직접 연결. '창가 쪽에 있어요' 3마디 후 현실 악수.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05.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</a:defRPr>
            </a:pPr>
            <a:r>
              <a:t>GPS 없는 근접 판정, DB 없는 인메모리 프라이버시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서버에 올라갈 좌표 자체가 없으며, 행사가 끝나면 모든 데이터는 0으로 소멸합니다.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왜 GPS가 아니라 BLE인가?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5176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9FAFB"/>
                </a:solidFill>
              </a:defRPr>
            </a:pPr>
            <a:r>
              <a:t>• GPS는 내 좌표가 서버로 올라감 → 위치정보법 및 사생활 침해</a:t>
            </a:r>
          </a:p>
          <a:p>
            <a:pPr>
              <a:spcAft>
                <a:spcPts val="1200"/>
              </a:spcAft>
              <a:defRPr sz="1200">
                <a:solidFill>
                  <a:srgbClr val="F9FAFB"/>
                </a:solidFill>
              </a:defRPr>
            </a:pPr>
            <a:r>
              <a:t>• BLE는 내 폰의 전파 범위(3~5m) 안의 사람만 폰 내부에서 계산</a:t>
            </a:r>
          </a:p>
          <a:p>
            <a:pPr>
              <a:spcAft>
                <a:spcPts val="1200"/>
              </a:spcAft>
              <a:defRPr sz="1200">
                <a:solidFill>
                  <a:srgbClr val="F9FAFB"/>
                </a:solidFill>
              </a:defRPr>
            </a:pPr>
            <a:r>
              <a:t>• 서버는 참가자가 어디 있는지 좌표 자체를 알 수 없음</a:t>
            </a:r>
          </a:p>
          <a:p>
            <a:pPr>
              <a:spcAft>
                <a:spcPts val="1200"/>
              </a:spcAft>
              <a:defRPr sz="1200">
                <a:solidFill>
                  <a:srgbClr val="F9FAFB"/>
                </a:solidFill>
              </a:defRPr>
            </a:pPr>
            <a:r>
              <a:t>• 근접 ID 해석도 기기 안에서 수행 (서버에 '누구 옆에 있냐' 안 물음)</a:t>
            </a:r>
          </a:p>
          <a:p>
            <a:pPr>
              <a:spcAft>
                <a:spcPts val="1200"/>
              </a:spcAft>
              <a:defRPr sz="1200">
                <a:solidFill>
                  <a:srgbClr val="F9FAFB"/>
                </a:solidFill>
              </a:defRPr>
            </a:pPr>
            <a:r>
              <a:t>• 웹(iOS/PC)은 QR로 입장, 안드로이드는 Capacitor로 BLE 지원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1945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78BFA"/>
                </a:solidFill>
              </a:defRPr>
            </a:pPr>
            <a:r>
              <a:t>No-DB 인메모리 아키텍처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9FAFB"/>
                </a:solidFill>
              </a:defRPr>
            </a:pPr>
            <a:r>
              <a:t>• 서버에 영구 DB 없음: FastAPI 프로세스 메모리(dict)에만 상주</a:t>
            </a:r>
          </a:p>
          <a:p>
            <a:pPr>
              <a:spcAft>
                <a:spcPts val="1200"/>
              </a:spcAft>
              <a:defRPr sz="1200">
                <a:solidFill>
                  <a:srgbClr val="F9FAFB"/>
                </a:solidFill>
              </a:defRPr>
            </a:pPr>
            <a:r>
              <a:t>• 5분 TTL: 60초 하트비트가 끊기면 방 목록에서 자동 제거</a:t>
            </a:r>
          </a:p>
          <a:p>
            <a:pPr>
              <a:spcAft>
                <a:spcPts val="1200"/>
              </a:spcAft>
              <a:defRPr sz="1200">
                <a:solidFill>
                  <a:srgbClr val="F9FAFB"/>
                </a:solidFill>
              </a:defRPr>
            </a:pPr>
            <a:r>
              <a:t>• 행사 종료 시 완전 소멸: { rooms: 0, database: null, persisted: false }</a:t>
            </a:r>
          </a:p>
          <a:p>
            <a:pPr>
              <a:spcAft>
                <a:spcPts val="1200"/>
              </a:spcAft>
              <a:defRPr sz="1200">
                <a:solidFill>
                  <a:srgbClr val="F9FAFB"/>
                </a:solidFill>
              </a:defRPr>
            </a:pPr>
            <a:r>
              <a:t>• '저장하지 않는 게 약속이 아니라 아키텍처 구조'</a:t>
            </a:r>
          </a:p>
          <a:p>
            <a:pPr>
              <a:spcAft>
                <a:spcPts val="1200"/>
              </a:spcAft>
              <a:defRPr sz="1200">
                <a:solidFill>
                  <a:srgbClr val="F9FAFB"/>
                </a:solidFill>
              </a:defRPr>
            </a:pPr>
            <a:r>
              <a:t>• 참가자에게 계정이 없고, 주최자에게는 통계 숫자만 남김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06.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</a:defRPr>
            </a:pPr>
            <a:r>
              <a:t>사용자는 무료 참가자, 돈은 주최자가 낸다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주최자가 돈을 내는 이유는 참가자 만족도와 네트워킹 성과를 숫자로 보고해야 하기 때문입니다.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유료 기능: 운영진 실시간 대시보드 &amp; PDF 리포트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5176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9FAFB"/>
                </a:solidFill>
              </a:defRPr>
            </a:pPr>
            <a:r>
              <a:t>• 실시간 참여율: 입장률(71%), 상태 작성률(91%), 접점 발견 건수</a:t>
            </a:r>
          </a:p>
          <a:p>
            <a:pPr>
              <a:spcAft>
                <a:spcPts val="1200"/>
              </a:spcAft>
              <a:defRPr sz="1200">
                <a:solidFill>
                  <a:srgbClr val="F9FAFB"/>
                </a:solidFill>
              </a:defRPr>
            </a:pPr>
            <a:r>
              <a:t>• 대화 성사 지표: 첫마디 수락 건수(24건) 및 상보 교류율</a:t>
            </a:r>
          </a:p>
          <a:p>
            <a:pPr>
              <a:spcAft>
                <a:spcPts val="1200"/>
              </a:spcAft>
              <a:defRPr sz="1200">
                <a:solidFill>
                  <a:srgbClr val="F9FAFB"/>
                </a:solidFill>
              </a:defRPr>
            </a:pPr>
            <a:r>
              <a:t>• 인기 요청 토픽 Top 4 분석 (배포·CI 9건, 기획 6건 등)</a:t>
            </a:r>
          </a:p>
          <a:p>
            <a:pPr>
              <a:spcAft>
                <a:spcPts val="1200"/>
              </a:spcAft>
              <a:defRPr sz="1200">
                <a:solidFill>
                  <a:srgbClr val="F9FAFB"/>
                </a:solidFill>
              </a:defRPr>
            </a:pPr>
            <a:r>
              <a:t>• 행사 종료 즉시 '1장 PDF 네트워킹 성과 리포트' 자동 발급</a:t>
            </a:r>
          </a:p>
          <a:p>
            <a:pPr>
              <a:spcAft>
                <a:spcPts val="1200"/>
              </a:spcAft>
              <a:defRPr sz="1200">
                <a:solidFill>
                  <a:srgbClr val="F9FAFB"/>
                </a:solidFill>
              </a:defRPr>
            </a:pPr>
            <a:r>
              <a:t>• 주최자의 다음 행사 스폰서 유치 및 상부 보고용 핵심 자료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1945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수익 모델 및 시장 벤치마크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9FAFB"/>
                </a:solidFill>
              </a:defRPr>
            </a:pPr>
            <a:r>
              <a:t>• 과금 모델: 행사 1회당 30~50만 원 (규모별 티어제 과금)</a:t>
            </a:r>
          </a:p>
          <a:p>
            <a:pPr>
              <a:spcAft>
                <a:spcPts val="1200"/>
              </a:spcAft>
              <a:defRPr sz="1200">
                <a:solidFill>
                  <a:srgbClr val="F9FAFB"/>
                </a:solidFill>
              </a:defRPr>
            </a:pPr>
            <a:r>
              <a:t>• 참가자 리텐션이 아니라 '주최자 재도입률'이 핵심 지표</a:t>
            </a:r>
          </a:p>
          <a:p>
            <a:pPr>
              <a:spcAft>
                <a:spcPts val="1200"/>
              </a:spcAft>
              <a:defRPr sz="1200">
                <a:solidFill>
                  <a:srgbClr val="F9FAFB"/>
                </a:solidFill>
              </a:defRPr>
            </a:pPr>
            <a:r>
              <a:t>• Mentimeter 모델: 참가자 리텐션 없이도 주최자 과금으로 흑자 달성</a:t>
            </a:r>
          </a:p>
          <a:p>
            <a:pPr>
              <a:spcAft>
                <a:spcPts val="1200"/>
              </a:spcAft>
              <a:defRPr sz="1200">
                <a:solidFill>
                  <a:srgbClr val="F9FAFB"/>
                </a:solidFill>
              </a:defRPr>
            </a:pPr>
            <a:r>
              <a:t>• 글로벌 경쟁사(Swapcard, Brella)는 주최자에게 $1,000~$18,000 과금</a:t>
            </a:r>
          </a:p>
          <a:p>
            <a:pPr>
              <a:spcAft>
                <a:spcPts val="1200"/>
              </a:spcAft>
              <a:defRPr sz="1200">
                <a:solidFill>
                  <a:srgbClr val="F9FAFB"/>
                </a:solidFill>
              </a:defRPr>
            </a:pPr>
            <a:r>
              <a:t>• 국내 시장(이벤터스, 온오프믹스, 페스타) 중 현장 AI 매칭 솔루션 부재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07.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</a:defRPr>
            </a:pPr>
            <a:r>
              <a:t>밀도가 있는 공간이라면 어디든 확장됩니다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길거리나 카페처럼 밀도가 없는 곳은 배제하고, 목적이 뚜렷한 집합 공간에 집중합니다.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2120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IT 컨퍼런스 &amp; 밋업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5176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FEConf, 우아콘, AWS 서밋 등</a:t>
            </a:r>
          </a:p>
          <a:p>
            <a:pPr>
              <a:spcBef>
                <a:spcPts val="400"/>
              </a:spcBef>
              <a:defRPr sz="1100">
                <a:solidFill>
                  <a:srgbClr val="F9FAFB"/>
                </a:solidFill>
              </a:defRPr>
            </a:pPr>
            <a:r>
              <a:t>연차/관심사 기반 상보 매칭</a:t>
            </a:r>
            <a:br/>
            <a:r>
              <a:t>(시니어 ↔ 주니어 이직·기술 질문)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1945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해커톤 &amp; 캡스톤 디자인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코쓱톤, SW중심대학 해커톤</a:t>
            </a:r>
          </a:p>
          <a:p>
            <a:pPr>
              <a:spcBef>
                <a:spcPts val="400"/>
              </a:spcBef>
              <a:defRPr sz="1100">
                <a:solidFill>
                  <a:srgbClr val="F9FAFB"/>
                </a:solidFill>
              </a:defRPr>
            </a:pPr>
            <a:r>
              <a:t>팀 빌딩 결핍 매칭</a:t>
            </a:r>
            <a:br/>
            <a:r>
              <a:t>(기획자 ↔ 디자이너 ↔ 개발자)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2120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891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기업 신입사원 온보딩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대기업/스타트업 신규 입사자</a:t>
            </a:r>
          </a:p>
          <a:p>
            <a:pPr>
              <a:spcBef>
                <a:spcPts val="400"/>
              </a:spcBef>
              <a:defRPr sz="1100">
                <a:solidFill>
                  <a:srgbClr val="F9FAFB"/>
                </a:solidFill>
              </a:defRPr>
            </a:pPr>
            <a:r>
              <a:t>조직 적응 실패 퇴사율 49.1% 해소</a:t>
            </a:r>
            <a:br/>
            <a:r>
              <a:t>(타 부서 동기 간 아이스브레이킹)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06240"/>
            <a:ext cx="52120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3891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대학 캠퍼스 &amp; 열람실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84632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시험기간 도서관, 미래관 라운지</a:t>
            </a:r>
          </a:p>
          <a:p>
            <a:pPr>
              <a:spcBef>
                <a:spcPts val="400"/>
              </a:spcBef>
              <a:defRPr sz="1100">
                <a:solidFill>
                  <a:srgbClr val="F9FAFB"/>
                </a:solidFill>
              </a:defRPr>
            </a:pPr>
            <a:r>
              <a:t>상시 학습 교류</a:t>
            </a:r>
            <a:br/>
            <a:r>
              <a:t>(자료구조 질문 ↔ 같이 야식 먹을 사람)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08.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</a:defRPr>
            </a:pPr>
            <a:r>
              <a:t>점진적 진화: 웹 PWA에서 BLE 네이티브까지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기존 웹 기능을 결코 깨뜨리지 않고 네이티브 전파 레이어를 얹는 구조적 설계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7472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v0.1 해커톤 제출본 (현재 완료)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AFB"/>
                </a:solidFill>
              </a:defRPr>
            </a:pPr>
            <a:r>
              <a:t>• 웹 PWA + QR 방 입장 (3초 입장)</a:t>
            </a:r>
            <a:br/>
            <a:r>
              <a:t>• 상태 4종 + 46명 시간순 방 목록</a:t>
            </a:r>
            <a:br/>
            <a:r>
              <a:t>• Kookmin LLM 상보성 매칭 + 추천 첫마디</a:t>
            </a:r>
            <a:br/>
            <a:r>
              <a:t>• 모바일 운영진 실시간 대시보드</a:t>
            </a:r>
            <a:br/>
            <a:r>
              <a:t>• 모의 BLE 직접 채팅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011680"/>
            <a:ext cx="347472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945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v0.2 첫 유료 판매본 (+1~2주)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7432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AFB"/>
                </a:solidFill>
              </a:defRPr>
            </a:pPr>
            <a:r>
              <a:t>• 현장 구역 선택 (음료대, 창가, 무대 앞)</a:t>
            </a:r>
            <a:br/>
            <a:r>
              <a:t>• 행사 유형별 상태 세트 커스텀</a:t>
            </a:r>
            <a:br/>
            <a:r>
              <a:t>• 연사/스태프/스폰서 식별 배지 부여</a:t>
            </a:r>
            <a:br/>
            <a:r>
              <a:t>• 행사 종료 1장 PDF 성과 리포트 자동 발급</a:t>
            </a:r>
            <a:br/>
            <a:r>
              <a:t>• 행사당 30~50만 원 유료 도입 추진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011680"/>
            <a:ext cx="347472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1945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v0.3 Capacitor BLE 래핑 (+2~4주)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7432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AFB"/>
                </a:solidFill>
              </a:defRPr>
            </a:pPr>
            <a:r>
              <a:t>• 웹 코드 재사용률 100% 안드로이드 래핑</a:t>
            </a:r>
            <a:br/>
            <a:r>
              <a:t>• @capgo BLE Peripheral 광고/스캔 탑재</a:t>
            </a:r>
            <a:br/>
            <a:r>
              <a:t>• 좌표 없는 물리적 닿는 거리 정밀 판정</a:t>
            </a:r>
            <a:br/>
            <a:r>
              <a:t>• BLE 단절 시 QR/웹 자동 폴백(Graceful Degradation)</a:t>
            </a:r>
            <a:br/>
            <a:r>
              <a:t>• 대형 컨퍼런스 네트워킹 정식 솔루션화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4D399"/>
                </a:solidFill>
              </a:defRPr>
            </a:pPr>
            <a:r>
              <a:t>교류의 시작은, 말을 걸 이유를 아는 것입니다.</a:t>
            </a:r>
          </a:p>
          <a:p>
            <a:pPr>
              <a:spcBef>
                <a:spcPts val="2000"/>
              </a:spcBef>
              <a:defRPr sz="1800">
                <a:solidFill>
                  <a:srgbClr val="F9FAFB"/>
                </a:solidFill>
              </a:defRPr>
            </a:pPr>
            <a:r>
              <a:t>"온라인에는 상태 메시지가 있는데, 현실에는 없었습니다.</a:t>
            </a:r>
            <a:br/>
            <a:r>
              <a:t>Bside는 닿을 수 있는 거리에 있는 두 사람의 결핍과 경험을 이어냅니다.</a:t>
            </a:r>
            <a:br/>
            <a:br/>
            <a:r>
              <a:t>채팅은 만나기 위한 도구일 뿐이며, 우리의 최종 결과물은 현실에서의 만남입니다."</a:t>
            </a:r>
          </a:p>
          <a:p>
            <a:pPr>
              <a:spcBef>
                <a:spcPts val="3000"/>
              </a:spcBef>
              <a:defRPr sz="1600">
                <a:solidFill>
                  <a:srgbClr val="38BDF8"/>
                </a:solidFill>
              </a:defRPr>
            </a:pPr>
            <a:r>
              <a:t>Connect with who's beside you — Bside</a:t>
            </a:r>
            <a:br/>
            <a:r>
              <a:t>경청해 주셔서 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