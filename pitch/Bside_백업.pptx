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Brella·Swapcard 질문용.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근거리 소셜 부검 질문용.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접점 없을 때 질문용.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안전 질문용.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확장 질문용.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