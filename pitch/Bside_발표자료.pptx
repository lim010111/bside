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0:00–0:05 표지. 팀명 확정되면 TEAM ○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0:05–0:50 문제. 페르소나로 구체화. 여기를 가장 세게 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0:50–1:20 문제의 정체. 15%를 크게 말하고 58/39로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1:20–1:30 동작 5단계. 빠르게 읽고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1:30–2:50 시연 영상 80초. 영상 파일을 이 장에 임베드할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2:50–3:30 상보성. 이 발표의 최고점. 겹치는 단어 0개를 반드시 소리내어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3:30–3:55 기술. LLM 경계선 + GPS 안 씀 + DB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3:55–4:15 만든 것. 한계를 먼저 인정하는 게 점수에 유리하다.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4:15–4:45 사업화. 지불자가 주최자라는 것과 지표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4:45–5:00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